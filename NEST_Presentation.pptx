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4400" b="1">
                <a:solidFill>
                  <a:srgbClr val="2C3E50"/>
                </a:solidFill>
                <a:latin typeface="Calibri"/>
              </a:defRPr>
            </a:pPr>
            <a:r>
              <a:t>NEST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400">
                <a:solidFill>
                  <a:srgbClr val="646464"/>
                </a:solidFill>
                <a:latin typeface="Calibri Light"/>
              </a:defRPr>
            </a:pPr>
            <a:r>
              <a:t>Near Easy Shop Tracker</a:t>
            </a:r>
          </a:p>
          <a:p>
            <a:r>
              <a:t>Project Report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ABSTRACT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Gap: Disconnect between digital consumers and local grocery stores.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Solution: NEST (Near Easy Shop Tracker), a unified cross-platform mobile app.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Dual-Interface: Discovery for customer, Management for shop owners.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Technology: Geolocation &amp; Digital Inventory Management.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Goal: Create a sustainable, hyperlocal marketplace.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PROJECT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Dual-Role Architecture: Scalable app for Customer &amp; Shop Owner.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Hyperlocal Discovery: Google Maps integration for real-time finding.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Digital Transformation: Automated billing and digital inventory.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Business Intelligence: Enterprise-level analytics for small shops.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Offline-First: Resilient design for low-connectivity areas.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BACKEND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Architecture: Service-Oriented, decoupling data from logic.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Persistence (Hybrid):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Local Storage (Shared Preferences) for sessions.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In-Memory Store (Provider) for high-speed access.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Cloud (Firebase):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Firestore (NoSQL) for hierarchical data.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Secure Authentication management.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FRONTEND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Framework: Flutter (single codebase for Android/iOS).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Performance: Compiled native ARM code for 60fps.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State Management: Provider 6.0 for instant updates.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UI/UX Design: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Material Design 3 implementation.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Custom modular Widget Library.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Interactive charts via 'fl_chart'.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DEVELOPMENT METHODOLOGY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Approach: Agile / Feature-Driven Development (FDD).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1: Foundation, Themes, Global State.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2: Inventory &amp; Catalog Systems.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3: Map Discovery Features.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4: Optimization &amp; Analytics.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Testing: Rigorous validation of financial modules.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KEY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Haversine Formula: Geospatial sorting for 'Nearby Shops'.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Fuzzy Search (Levenshtein): Handling typos in product search.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Inventory Reconciliation: Linking POS to Inventory atomically.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Temporal Aggregation: Grouping sales data for Analytics.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EXPECTED OUTPUT &amp;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Shop Owner Benefits: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Digital Dashboard &amp; Rapid Billing.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30-second Product Onboarding.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Customer Benefits: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Seamless Map Discovery.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Cross-store Product Search.</a:t>
            </a:r>
          </a:p>
          <a:p>
            <a:pPr lvl="1">
              <a:spcAft>
                <a:spcPts val="1400"/>
              </a:spcAft>
              <a:defRPr sz="1800">
                <a:solidFill>
                  <a:srgbClr val="323232"/>
                </a:solidFill>
                <a:latin typeface="Calibri"/>
              </a:defRPr>
            </a:pPr>
            <a:r>
              <a:t>Persistent Cart Management.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1: Real-time Cloud Synchronization (Multi-device).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2: Fintech Integration (UPI/Payment Gateways).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3: Hyperlocal Delivery (3rd Party Logistics).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Phase 4: AI Demand Forecasting &amp; Smart Stocking.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defRPr sz="3600">
                <a:solidFill>
                  <a:srgbClr val="2C3E50"/>
                </a:solidFill>
                <a:latin typeface="Calibri"/>
              </a:defRPr>
            </a:pPr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NEST bridges the gap in hyperlocal e-commerce.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Demonstrates robust backend logic &amp; polished frontend.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Scalable modular architecture ready for deployment.</a:t>
            </a:r>
          </a:p>
          <a:p>
            <a:pPr>
              <a:spcAft>
                <a:spcPts val="1400"/>
              </a:spcAft>
              <a:defRPr sz="2000">
                <a:solidFill>
                  <a:srgbClr val="323232"/>
                </a:solidFill>
                <a:latin typeface="Calibri"/>
              </a:defRPr>
            </a:pPr>
            <a:r>
              <a:t>Empowers small businesses with modern technology.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8229600" cy="457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