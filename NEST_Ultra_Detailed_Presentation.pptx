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12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8000">
                <a:solidFill>
                  <a:srgbClr val="FFFFFF"/>
                </a:solidFill>
                <a:latin typeface="Segoe UI Black"/>
              </a:defRPr>
            </a:pPr>
            <a:r>
              <a:t>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0D6EFD"/>
                </a:solidFill>
                <a:latin typeface="Segoe UI"/>
              </a:defRPr>
            </a:pPr>
            <a:r>
              <a:t>Near Easy Shop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C8C8C8"/>
                </a:solidFill>
                <a:latin typeface="Segoe UI Light"/>
              </a:defRPr>
            </a:pPr>
            <a:r>
              <a:t>Project Final Report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  <a:latin typeface="Segoe UI Black"/>
              </a:defRPr>
            </a:pPr>
            <a:r>
              <a:t>🎯  ABSTRACT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Current Market Gap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❌ Local shops are invisible to digital consumers.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❌ Customers cannot find specific stock nearby (e.g., 'Is Maggi available at the corner shop?').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❌ Small businesses rely on manual billing, leading to errors and time loss.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The NEST Solution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✅ Unified App: A single install for both Buyers and Sellers.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✅ Hyperlocal Discovery: Find products within a 1km-5km radius.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✅ Digital Empowerment: Giving 'Kirana' stores the same tech tools as big supermarkets.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  <a:latin typeface="Segoe UI Black"/>
              </a:defRPr>
            </a:pPr>
            <a:r>
              <a:t>🚀 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Primary Goals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⭐ Build a Dual-Role Ecosystem: Seamless switching between 'Customer' and 'Merchant' modes.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⭐ Real-Time Inventory: Stock levels update instantly across all user devices.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⭐ Offline-First Architecture: Critical features (Billing, Viewing) work without internet.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Secondary Goals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🔹 Data Analytics: Provide graphs/charts for sales trends.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🔹 Smart Search: Fuzzy matching to handle spelling mistakes (e.g., 'brd' -&gt; 'Bread').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🔹 Zero Hardware Cost: Runs on any standard Android smartphone.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  <a:latin typeface="Segoe UI Black"/>
              </a:defRPr>
            </a:pPr>
            <a:r>
              <a:t>🏗️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The 'Brain': Provider State Management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🔹 Centralized Data Store: Controls Cart, User Session, and Inventory.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🔹 Reactive Updates: Selling an item in 'Billing' instantly lowers stock in 'Inventory'.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🔹 Memory Efficiency: Does not re-render the whole app, only changed widgets.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The 'Body': Hybrid Data Model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💾 Local Storage (SharedPrefs): Saves Login Session &amp; User Settings.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☁️ Cloud (Firebase): Stores persistent Shop Profiles &amp; Product Catalogs.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🔄 Synchronization: Auto-syncs local changes when internet returns.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  <a:latin typeface="Segoe UI Black"/>
              </a:defRPr>
            </a:pPr>
            <a:r>
              <a:t>📱  TECH STACK: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Flutter Framework (ver 3.0+)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🎨 Cross-Platform: Compiles to Android (APK), iOS (IPA), and Web from one codebase.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⚡ Performance: Dart compiles to native ARM code (AOT) for 60fps animations.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🧩 Widget System: Everything is a widget, allowing pixel-perfect design control.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Key Libraries Used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📍 google_maps_flutter: For rendering the interactive shop map.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📊 fl_chart: For drawing professional bar and line graphs.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🖼️ cached_network_image: Optimizes image loading to save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  <a:latin typeface="Segoe UI Black"/>
              </a:defRPr>
            </a:pPr>
            <a:r>
              <a:t>⚙️  TECH STACK: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Firebase Ecosystem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🔥 Firestore: NoSQL database for flexible product schemas.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🔐 Firebase Auth: Secure login via Phone/Email.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Custom Logic Services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🧮 Calculator Service: Handles complex tax logic (GST/VAT) on the fly.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📏 Distance Service: Uses Haversine algorithm to sort shops by proximity.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🔎 Search Service: Implements Levenshtein distance for fuzzy text matching.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  <a:latin typeface="Segoe UI Black"/>
              </a:defRPr>
            </a:pPr>
            <a:r>
              <a:t>🛒  MODULES: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Map Discovery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📍 User Location: Auto-detects GPS position.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📍 Shop Pins: Visual markers for nearby stores.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📍 Filter: Sort by 'Open Now', 'Rating', or 'Distance'.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Smart Shopping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🔎 Global Search: Search for 'Milk' -&gt; Shows all shops selling milk nearby.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🛒 Persistent Cart: Items stay in cart even if app is closed.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📄 Product Details: View price, manufacturing date, and available quantity.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  <a:latin typeface="Segoe UI Black"/>
              </a:defRPr>
            </a:pPr>
            <a:r>
              <a:t>🏪  MODULES: SHOP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Dashboard &amp; Billing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📊 Quick Stats: View 'Today's Sales' and 'Total Orders' at a glance.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🧾 Fast Billing: 3-tap process to generate a digital bill/invoice.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📦 Inventory Wizard: Add new products in &lt;30 seconds with auto-fill.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Analytics Suite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📈 Sales Trends: Line charts showing growth over Daily/Weekly/Monthly periods.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🏆 Top Products: Identifies best-selling items to aid re-stocking.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  <a:latin typeface="Segoe UI Black"/>
              </a:defRPr>
            </a:pPr>
            <a:r>
              <a:t>💻  IMPLEMENTATION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Algorithms Used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🔹 Geospatial Sorting: d = 2R × sin⁻¹(√[sin²((φ₂-φ₁)/2) + cosφ₁⋅cosφ₂⋅sin²((λ₂-λ₁)/2)])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🔹 Stock Reconciliation: transactional updates to prevent negative inventory.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🔹 Data Aggregation: Bucket-sort algorithms for organizing sales history.</a:t>
            </a:r>
          </a:p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Testing Strategy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✅ Unit Tests: Verified calculation logic (Total = Subtotal + Tax).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✅ Widget Tests: Ensured UI renders correctly on different screen sizes.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✅ Integration Tests: Verified the 'Add to Cart -&gt; Checkout' 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  <a:latin typeface="Segoe UI Black"/>
              </a:defRPr>
            </a:pPr>
            <a:r>
              <a:t>🔮 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Roadmap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🚀 Phase 1: Multi-Device Sync (Cloud Database Migration).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🚀 Phase 2: UPI Payment Integration (Razorpay/Stripe).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🚀 Phase 3: Delivery Partner Integration (Dunzo/Uber API).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🚀 Phase 4: AI Demand Forecasting for stock prediction.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>
                <a:solidFill>
                  <a:srgbClr val="FFFFFF"/>
                </a:solidFill>
                <a:latin typeface="Segoe UI Black"/>
              </a:defRPr>
            </a:pPr>
            <a:r>
              <a:t>🏁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1000"/>
              </a:spcAft>
              <a:defRPr sz="2000" b="1">
                <a:solidFill>
                  <a:srgbClr val="0D6EFD"/>
                </a:solidFill>
                <a:latin typeface="Segoe UI"/>
              </a:defRPr>
            </a:pPr>
            <a:r>
              <a:t>Final Verdict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🏆 Professional Quality: A polished, scalable application architecture.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🏆 Real Impact: Solving tangible problems for the unorganized retail sector.</a:t>
            </a:r>
          </a:p>
          <a:p>
            <a:pPr lvl="1">
              <a:spcBef>
                <a:spcPts val="500"/>
              </a:spcBef>
              <a:spcAft>
                <a:spcPts val="1000"/>
              </a:spcAft>
              <a:defRPr sz="1600" b="0">
                <a:solidFill>
                  <a:srgbClr val="212529"/>
                </a:solidFill>
                <a:latin typeface="Segoe UI"/>
              </a:defRPr>
            </a:pPr>
            <a:r>
              <a:t>🏆 Ready for Launch: Foundation is stable, tested, and feature-complete.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