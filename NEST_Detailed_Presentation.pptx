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5400">
                <a:solidFill>
                  <a:srgbClr val="FFFFFF"/>
                </a:solidFill>
                <a:latin typeface="Arial Black"/>
              </a:defRPr>
            </a:pPr>
            <a:r>
              <a:t>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C8C8C8"/>
                </a:solidFill>
                <a:latin typeface="Arial"/>
              </a:defRPr>
            </a:pPr>
            <a:r>
              <a:t>Near Easy Shop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  <a:latin typeface="Arial"/>
              </a:defRPr>
            </a:pPr>
            <a:r>
              <a:t>A Comprehensive Digital Solution for Hyperlocal Commerce</a:t>
            </a:r>
            <a:br/>
            <a:br/>
            <a:r>
              <a:t>Project Report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ABSTRACT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The Problem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Local grocery stores are losing to quick-commerce giants due to a lack of digital presence, while customers struggle to find specific items nearby without visiting multiple shops.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The Solution: NEST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A unified 'Near Easy Shop Tracker' app that bridges the gap. It provides a dual-interface: Discovery for Customers and Management for Shop Owners.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Core Value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Empowering sustainable, hyperlocal commerce by democratizing retail technology for small businesses at zero infrastructure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Dual-Role Architecture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Seamlessly switch between 'Customer Mode' and 'Shop Owner Mode' within a single scalable application codebase.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Hyperlocal Discovery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Implement precise Google Maps integration to sort stores by real-time proximity and availability.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Digital Transformation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Replace manual pen-and-paper operations with digital Inventory Management and automated Billing calculators.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Offline Resilience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Ensure critical features like billing and stock checking work perfectly without active internet connections.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Frontend Core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Flutter 3.0+ &amp; Dart. Compiles to native ARM code for 60FPS performance on both Android and iOS.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State Management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Provider 6.0 Architecture. Functions as the app's 'central nervous system' for instant UI updates across the Cart and Inventory.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Backend Logic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Hybrid Architecture using Local Storage (Shared Preferences) for speed and Firebase Firestore for scalable cloud data.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Visualization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Integrated 'fl_chart' library to render complex sales data into beautiful, interactive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DEVELOPMENT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Feature-Driven Design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Modular development splitting the app into isolated features: Auth, Map Discovery, and Dashboard.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Phase 1: Foundation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Establishing Global State (Providers) and a reusable UI Widget Library.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Phase 2: Core Logic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Implementing the 'Smart Inventory' system that auto-updates stock upon Billing.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Phase 3: Quality Assurance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Unit testing financial algorithms to ensure 100% accuracy in tax and total calculations.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ALGORITHMIC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Haversine Geospatial Logic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Calculates the exact great-circle distance between User and Shop to rank search results by convenience.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Fuzzy Search Engine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Uses Levenshtein Distance to handle typos (e.g., 'biscut' -&gt; 'Biscuit') and search across Brands, Categories, and Tags.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Transactional State Machine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Atomically decrements inventory counts the moment a bill is generated, preventing stock mismatches.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time-Series Aggregation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Filters raw transaction logs into Daily/Weekly/Monthly buckets for instant Analytics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IMPACT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For Shop Owners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Reduced accounting time by 90% via the Digital Dashboard. Product onboarding takes &lt;30 seconds per item.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For Customers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Instant visibility of local inventory. The 'Smart Cart' persists across sessions, increasing conversion capability.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System Performance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Achieved sub-second search response times and fully functional offline capability for billing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Phase 1: Cloud Sync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Migrate local databases to Real-time Firestore to enable Multi-Device Login for shop staff.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Phase 2: Fintech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Integrate UPI &amp; Payment Gateways (Stripe/Razorpay) for direct in-app settlements.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Phase 3: AI prediction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Deploy Machine Learning models to forecast demand and automate stock reordering for owners.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Phase 4: Logistics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Partner with 3rd party delivery fleets to offer tracked, door-to-door delivery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Bridging the Gap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NEST successfully creates a digital bridge for local commerce, combining modern tech with local convenience.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Technical Excellence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Demonstrates mastery of Flutter, Complex State Management, and Clean Architecture principles.</a:t>
            </a:r>
          </a:p>
          <a:p>
            <a:pPr>
              <a:spcBef>
                <a:spcPts val="1200"/>
              </a:spcBef>
              <a:spcAft>
                <a:spcPts val="300"/>
              </a:spcAft>
              <a:defRPr sz="2000" b="1">
                <a:solidFill>
                  <a:srgbClr val="102542"/>
                </a:solidFill>
                <a:latin typeface="Arial"/>
              </a:defRPr>
            </a:pPr>
            <a:r>
              <a:t>• Production Ready</a:t>
            </a:r>
          </a:p>
          <a:p>
            <a:pPr lvl="1">
              <a:spcAft>
                <a:spcPts val="8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Not just a prototype—NEST is a scalable, robust foundation ready for real-world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