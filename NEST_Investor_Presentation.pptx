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ABSTRACT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Problem vs Solution</a:t>
            </a:r>
          </a:p>
        </p:txBody>
      </p:sp>
      <p:pic>
        <p:nvPicPr>
          <p:cNvPr id="4" name="Picture 3" descr="nest_abstract_split_1768751644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The Problem Gap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Traditional retailers are losing to quick-commerce giants due to lack of digital tools.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NEST Solution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A hyper-local marketplace bridging customers to neighborhood shops.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Dual-User Ecosystem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Shop Owners: Inventory, Billing, Analytics</a:t>
            </a:r>
            <a:br/>
            <a:r>
              <a:t>Customers: Discovery, Search, Ordering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Key Value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Offline-first, Zero-hardware cost, Scalable.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WORKING ARCHITECTURE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System Flow</a:t>
            </a:r>
          </a:p>
        </p:txBody>
      </p:sp>
      <p:pic>
        <p:nvPicPr>
          <p:cNvPr id="4" name="Picture 3" descr="nest_architecture_diagram_17687516646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Modular Layers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Separation of Concerns: View, ViewModel, Service, Data.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Reactive UI View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Flutter Screens observing Provider state changes.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Smart Service Layer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Handles complex logic: Geolocation, Search, Tax Calc.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Hybrid Data Strategy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Local Storage for speed + Cloud Firestore for scale.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Offline-First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Critical ops work without internet; syncs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FRONTEND TECHNOLOGIES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Flutter 3.x Ecosystem</a:t>
            </a:r>
          </a:p>
        </p:txBody>
      </p:sp>
      <p:pic>
        <p:nvPicPr>
          <p:cNvPr id="4" name="Picture 3" descr="nest_ui_mockups_17687516858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Core Framework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Flutter 3.x with Dart (Null Safety).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Performance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Compiled to native ARM code, consistently running at 60 FPS.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State Management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Provider Pattern for efficient, partial UI rebuilds.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Key Capabilities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Interactive Google Maps, Real-time Charts, Image Caching.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BACKEND TECHNOLOGIES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Serverless Cloud Infrastructure</a:t>
            </a:r>
          </a:p>
        </p:txBody>
      </p:sp>
      <p:pic>
        <p:nvPicPr>
          <p:cNvPr id="4" name="Picture 3" descr="nest_architecture_diagram_17687516646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Google Firebase Firestore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NoSQL database handling flexible product schemas.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Authentication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Secure, token-based phone/email login management.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Local Persistence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SharedPreferences for instant-load user sessions.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Scalability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Serverless architecture scales automatically with user 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CORE ALGORITHMS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The Intelligence Inside</a:t>
            </a:r>
          </a:p>
        </p:txBody>
      </p:sp>
      <p:pic>
        <p:nvPicPr>
          <p:cNvPr id="4" name="Picture 3" descr="nest_algorithms_infographic_1768751705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Geospatial Sorting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Haversine Formula to rank shops by real-time distance.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Fuzzy Product Search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Levenshtein Distance for handling typos (e.g. 'Biskt' -&gt; 'Biscuit').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Inventory Reconciliation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Atomic decrement logic to prevent negative stock during billing.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Data Aggregation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Time-series bucketing for daily/weekly sales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91440" cy="731520"/>
          </a:xfrm>
          <a:prstGeom prst="rect">
            <a:avLst/>
          </a:prstGeom>
          <a:solidFill>
            <a:srgbClr val="B87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8080"/>
                </a:solidFill>
                <a:latin typeface="Tw Cen MT Condensed"/>
              </a:defRPr>
            </a:pPr>
            <a:r>
              <a:t>FUTURE ROADMAP</a:t>
            </a:r>
          </a:p>
          <a:p>
            <a:pPr>
              <a:defRPr sz="1600">
                <a:solidFill>
                  <a:srgbClr val="7F8C8D"/>
                </a:solidFill>
                <a:latin typeface="Calibri Light"/>
              </a:defRPr>
            </a:pPr>
            <a:r>
              <a:t>Scaling to SaaS</a:t>
            </a:r>
          </a:p>
        </p:txBody>
      </p:sp>
      <p:pic>
        <p:nvPicPr>
          <p:cNvPr id="4" name="Picture 3" descr="nest_roadmap_flow_17687517267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Phase 1: Cloud Sync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Real-time multi-device synchronization.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Phase 2: Payments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UPI &amp; Gateway integration for in-app settlements.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Phase 3: AI Forecasting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Predictive models for stock replenishment.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 Phase 4: Logistics</a:t>
            </a:r>
          </a:p>
          <a:p>
            <a:pPr>
              <a:spcAft>
                <a:spcPts val="1400"/>
              </a:spcAft>
              <a:defRPr sz="1400">
                <a:solidFill>
                  <a:srgbClr val="7F8C8D"/>
                </a:solidFill>
              </a:defRPr>
            </a:pPr>
            <a:r>
              <a:t>     Hyperlocal delivery partner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